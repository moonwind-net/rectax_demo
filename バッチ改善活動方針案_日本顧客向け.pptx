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人事評価システム</a:t>
            </a:r>
          </a:p>
          <a:p>
            <a:r>
              <a:t>バッチ改善活動方針（案）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単独担当者による段階的アプローチ</a:t>
            </a:r>
          </a:p>
          <a:p>
            <a:r>
              <a:t>Claude Code活用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背景・課題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・設計書不足</a:t>
            </a:r>
          </a:p>
          <a:p>
            <a:r>
              <a:t>・現行システムの可視化不足</a:t>
            </a:r>
          </a:p>
          <a:p>
            <a:r>
              <a:t>・保守性および性能改善の余地</a:t>
            </a:r>
          </a:p>
          <a:p>
            <a:r>
              <a:t>・属人化リスク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改善方針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まず現状調査・可視化を実施</a:t>
            </a:r>
          </a:p>
          <a:p>
            <a:r>
              <a:t>改修よりも現行理解を優先</a:t>
            </a:r>
          </a:p>
          <a:p>
            <a:r>
              <a:t>Claude Codeを活用してドキュメント整備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Phase1：現状調査（約1か月）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・バッチ一覧整理</a:t>
            </a:r>
          </a:p>
          <a:p>
            <a:r>
              <a:t>・ジョブ一覧整理</a:t>
            </a:r>
          </a:p>
          <a:p>
            <a:r>
              <a:t>・DB調査</a:t>
            </a:r>
          </a:p>
          <a:p>
            <a:r>
              <a:t>・ソース解析</a:t>
            </a:r>
          </a:p>
          <a:p>
            <a:r>
              <a:t>・As-Is設計書作成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Phase2：課題分析・改善提案（約2週間）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・性能分析</a:t>
            </a:r>
          </a:p>
          <a:p>
            <a:r>
              <a:t>・SQL分析</a:t>
            </a:r>
          </a:p>
          <a:p>
            <a:r>
              <a:t>・顧客要望整理</a:t>
            </a:r>
          </a:p>
          <a:p>
            <a:r>
              <a:t>・優先順位付け</a:t>
            </a:r>
          </a:p>
          <a:p>
            <a:r>
              <a:t>・改善提案書作成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成果物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Excel：バッチ一覧、ジョブ一覧、課題一覧</a:t>
            </a:r>
          </a:p>
          <a:p>
            <a:r>
              <a:t>Markdown：システム構成、DB設計、処理フロー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Claude Code活用イメージ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ソースコード解析</a:t>
            </a:r>
          </a:p>
          <a:p>
            <a:r>
              <a:t>↓</a:t>
            </a:r>
          </a:p>
          <a:p>
            <a:r>
              <a:t>設計情報抽出</a:t>
            </a:r>
          </a:p>
          <a:p>
            <a:r>
              <a:t>↓</a:t>
            </a:r>
          </a:p>
          <a:p>
            <a:r>
              <a:t>改善候補抽出</a:t>
            </a:r>
          </a:p>
          <a:p>
            <a:r>
              <a:t>↓</a:t>
            </a:r>
          </a:p>
          <a:p>
            <a:r>
              <a:t>ドキュメント更新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期待効果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・システム可視化</a:t>
            </a:r>
          </a:p>
          <a:p>
            <a:r>
              <a:t>・保守性向上</a:t>
            </a:r>
          </a:p>
          <a:p>
            <a:r>
              <a:t>・性能改善候補の明確化</a:t>
            </a:r>
          </a:p>
          <a:p>
            <a:r>
              <a:t>・属人化解消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今後の進め方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Phase1完了後に改善対象を確定</a:t>
            </a:r>
          </a:p>
          <a:p>
            <a:r>
              <a:t>改善規模に応じて別途見積・計画化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