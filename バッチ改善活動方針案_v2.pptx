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人事評価システム バッチ改善活動方針（案）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提出先：野村総合研究所様</a:t>
            </a:r>
          </a:p>
          <a:p>
            <a:r>
              <a:t>目的：現行資産の可視化および改善候補の抽出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・設計書不足により保守性が低下</a:t>
            </a:r>
          </a:p>
          <a:p>
            <a:r>
              <a:t>・現行バッチ処理の全体像が不明確</a:t>
            </a:r>
          </a:p>
          <a:p>
            <a:r>
              <a:t>・性能および運用改善の余地が存在</a:t>
            </a:r>
          </a:p>
          <a:p>
            <a:r>
              <a:t>・改善要望への対応優先順位が未整理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現状認識（As-Is）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現状はソースコード中心で仕様を把握する必要があり、影響調査や改善検討に時間を要する。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目指す姿（To-Be）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・バッチ資産の可視化</a:t>
            </a:r>
          </a:p>
          <a:p>
            <a:r>
              <a:t>・設計情報の整備</a:t>
            </a:r>
          </a:p>
          <a:p>
            <a:r>
              <a:t>・改善候補の明確化</a:t>
            </a:r>
          </a:p>
          <a:p>
            <a:r>
              <a:t>・継続的な保守改善基盤の構築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①現状調査優先</a:t>
            </a:r>
          </a:p>
          <a:p>
            <a:r>
              <a:t>②Claude Code活用による可視化</a:t>
            </a:r>
          </a:p>
          <a:p>
            <a:r>
              <a:t>③小さく改善しながら知見を蓄積</a:t>
            </a:r>
          </a:p>
          <a:p>
            <a:r>
              <a:t>④成果物を継続更新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Phase1 現状調査・可視化（約1か月）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・バッチ一覧作成</a:t>
            </a:r>
          </a:p>
          <a:p>
            <a:r>
              <a:t>・ジョブフロー整理</a:t>
            </a:r>
          </a:p>
          <a:p>
            <a:r>
              <a:t>・DB調査</a:t>
            </a:r>
          </a:p>
          <a:p>
            <a:r>
              <a:t>・SQL調査</a:t>
            </a:r>
          </a:p>
          <a:p>
            <a:r>
              <a:t>・As-Is設計書作成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Phase1成果物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Excel：バッチ一覧、ジョブ一覧、課題管理表</a:t>
            </a:r>
          </a:p>
          <a:p>
            <a:r>
              <a:t>Markdown：構成図、DB設計、処理フロー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Phase2 課題分析・改善提案（約2週間）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・性能分析</a:t>
            </a:r>
          </a:p>
          <a:p>
            <a:r>
              <a:t>・ボトルネック特定</a:t>
            </a:r>
          </a:p>
          <a:p>
            <a:r>
              <a:t>・改善優先順位付け</a:t>
            </a:r>
          </a:p>
          <a:p>
            <a:r>
              <a:t>・改善ロードマップ作成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Code活用方針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ソース解析</a:t>
            </a:r>
          </a:p>
          <a:p>
            <a:r>
              <a:t>→ 設計情報抽出</a:t>
            </a:r>
          </a:p>
          <a:p>
            <a:r>
              <a:t>→ 影響調査</a:t>
            </a:r>
          </a:p>
          <a:p>
            <a:r>
              <a:t>→ 改善候補抽出</a:t>
            </a:r>
          </a:p>
          <a:p>
            <a:r>
              <a:t>→ ドキュメント更新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リスクと対策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業務理解不足 → ヒアリング実施</a:t>
            </a:r>
          </a:p>
          <a:p>
            <a:r>
              <a:t>仕様不明箇所 → As-Is整理</a:t>
            </a:r>
          </a:p>
          <a:p>
            <a:r>
              <a:t>影響範囲不明 → 段階的改修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想定スケジュール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1か月：現状調査</a:t>
            </a:r>
          </a:p>
          <a:p>
            <a:r>
              <a:t>2週間：改善提案</a:t>
            </a:r>
          </a:p>
          <a:p>
            <a:r>
              <a:t>以降：改善内容に応じ別途計画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期待効果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・保守性向上</a:t>
            </a:r>
          </a:p>
          <a:p>
            <a:r>
              <a:t>・影響調査効率化</a:t>
            </a:r>
          </a:p>
          <a:p>
            <a:r>
              <a:t>・改善候補の可視化</a:t>
            </a:r>
          </a:p>
          <a:p>
            <a:r>
              <a:t>・属人化解消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今後の進め方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Phase1完了後、調査結果をレビューし改善対象および優先順位を協議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